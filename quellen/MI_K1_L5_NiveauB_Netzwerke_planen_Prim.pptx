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29743-33FE-4B40-8F8B-9EB80D1BDCEB}" v="1" dt="2026-09-29T09:40:21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Schmid" userId="1110e7f4-0253-46c7-a340-3f814eeafb47" providerId="ADAL" clId="{01880861-311D-531E-A1C6-52F600E95700}"/>
    <pc:docChg chg="modSld">
      <pc:chgData name="Jan Schmid" userId="1110e7f4-0253-46c7-a340-3f814eeafb47" providerId="ADAL" clId="{01880861-311D-531E-A1C6-52F600E95700}" dt="2026-09-29T09:40:21.740" v="1"/>
      <pc:docMkLst>
        <pc:docMk/>
      </pc:docMkLst>
      <pc:sldChg chg="modSp mod">
        <pc:chgData name="Jan Schmid" userId="1110e7f4-0253-46c7-a340-3f814eeafb47" providerId="ADAL" clId="{01880861-311D-531E-A1C6-52F600E95700}" dt="2026-09-29T09:36:43.317" v="0" actId="20577"/>
        <pc:sldMkLst>
          <pc:docMk/>
          <pc:sldMk cId="0" sldId="256"/>
        </pc:sldMkLst>
        <pc:spChg chg="mod">
          <ac:chgData name="Jan Schmid" userId="1110e7f4-0253-46c7-a340-3f814eeafb47" providerId="ADAL" clId="{01880861-311D-531E-A1C6-52F600E95700}" dt="2026-09-29T09:36:43.317" v="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Jan Schmid" userId="1110e7f4-0253-46c7-a340-3f814eeafb47" providerId="ADAL" clId="{01880861-311D-531E-A1C6-52F600E95700}" dt="2026-09-29T09:40:21.740" v="1"/>
        <pc:sldMkLst>
          <pc:docMk/>
          <pc:sldMk cId="0" sldId="260"/>
        </pc:sldMkLst>
        <pc:spChg chg="mod">
          <ac:chgData name="Jan Schmid" userId="1110e7f4-0253-46c7-a340-3f814eeafb47" providerId="ADAL" clId="{01880861-311D-531E-A1C6-52F600E95700}" dt="2026-09-29T09:40:21.740" v="1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58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Heute wird viel gezeichnet. Merkkarten und Farbstifte bereitlegen.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Lösung: 4 plus 5 plus 3 plus 2 gleich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Nur kurz probieren lassen. Es geht darum zu merken: Probieren ist unsicher.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Die Merkkarte mit denselben vier Schritten liegt auf jedem 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Zuerst fragen: Welche Verbindung ist jetzt die günstigste? Erst dann einblenden.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Zuerst fragen: Welche Verbindung ist jetzt die günstigste? Erst dann einblenden.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Zuerst fragen: Welche Verbindung ist jetzt die günstigste? Erst dann einblenden.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Fertig: vier Verbindungen, Kosten 10. Kontrollregel anwenden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Wer Hilfe braucht, arbeitet mit der Lehrperson an der Wandtafel weiter. Wer fertig ist: Arbeitsbuch 118 bis 120.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Am Schluss der Lektion nochmals zeigen und abhaken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003.lmvz.ch/connected/connected_3/3_1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71600"/>
            <a:ext cx="1371600" cy="13716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/>
          </a:p>
        </p:txBody>
      </p:sp>
      <p:sp>
        <p:nvSpPr>
          <p:cNvPr id="4" name="Text 2"/>
          <p:cNvSpPr txBox="1"/>
          <p:nvPr/>
        </p:nvSpPr>
        <p:spPr>
          <a:xfrm>
            <a:off x="2514600" y="14813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3</a:t>
            </a:r>
            <a:endParaRPr lang="en-US" sz="1800"/>
          </a:p>
        </p:txBody>
      </p:sp>
      <p:sp>
        <p:nvSpPr>
          <p:cNvPr id="5" name="Text 3"/>
          <p:cNvSpPr txBox="1"/>
          <p:nvPr/>
        </p:nvSpPr>
        <p:spPr>
          <a:xfrm>
            <a:off x="2514600" y="19202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Netzwerke planen</a:t>
            </a:r>
            <a:endParaRPr lang="en-US" sz="4000"/>
          </a:p>
        </p:txBody>
      </p:sp>
      <p:sp>
        <p:nvSpPr>
          <p:cNvPr id="6" name="Text 4"/>
          <p:cNvSpPr txBox="1"/>
          <p:nvPr/>
        </p:nvSpPr>
        <p:spPr>
          <a:xfrm>
            <a:off x="2514600" y="27889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Verfahren von Prim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F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3, Kapitel 1E, 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lernst du heute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68680" y="17145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1714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1783080" y="150876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die Kosten eines Netzes ausrechnen.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868680" y="30403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 txBox="1"/>
          <p:nvPr/>
        </p:nvSpPr>
        <p:spPr>
          <a:xfrm>
            <a:off x="868680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 txBox="1"/>
          <p:nvPr/>
        </p:nvSpPr>
        <p:spPr>
          <a:xfrm>
            <a:off x="1783080" y="283464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mit dem Verfahren von Prim das günstigste Netz einzeichnen.</a:t>
            </a:r>
            <a:endParaRPr lang="en-US" sz="190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868680" y="43662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868680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1783080" y="416052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weiss: Bei 5 Punkten braucht es 4 Verbindungen.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Häuser sollen Internet bekommen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10771632" y="320040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10771632" y="320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</a:t>
            </a:r>
            <a:endParaRPr lang="en-US" sz="2000"/>
          </a:p>
        </p:txBody>
      </p:sp>
      <p:pic>
        <p:nvPicPr>
          <p:cNvPr id="5" name="Image 0" descr="/home/claude/mi_k1/grafiken/graphD_vorga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1371600"/>
            <a:ext cx="7498080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8064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 die Kosten zusammen. Wie teuer ist dieses Netz?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43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es auch günstiger?</a:t>
            </a:r>
            <a:endParaRPr lang="en-US" sz="4000"/>
          </a:p>
        </p:txBody>
      </p:sp>
      <p:sp>
        <p:nvSpPr>
          <p:cNvPr id="3" name="Text 1"/>
          <p:cNvSpPr txBox="1"/>
          <p:nvPr/>
        </p:nvSpPr>
        <p:spPr>
          <a:xfrm>
            <a:off x="822960" y="40233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Probiert es kurz auf AB 3 B. Alle Häuser müssen verbunden sein.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10451592" y="502920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10451592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Verfahren von Prim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einen Startpunkt.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die günstigste Verbindung zu einem Haus, das noch nicht angeschlossen ist. Zeichne sie ein.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Wiederhole Schritt 2, bis alle Häuser dran sind.</a:t>
            </a:r>
            <a:endParaRPr lang="en-US" sz="20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 nie zwei Häuser, die beide schon am Netz hängen.</a:t>
            </a:r>
            <a:endParaRPr lang="en-US" sz="2000"/>
          </a:p>
        </p:txBody>
      </p:sp>
      <p:sp>
        <p:nvSpPr>
          <p:cNvPr id="4" name="Shape 2">
            <a:hlinkClick r:id="rId3"/>
          </p:cNvPr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544068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Kontrolle: 5 Häuser brauchen 4 Verbindungen.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es zusammen, Start bei A</a:t>
            </a:r>
            <a:endParaRPr lang="en-US" sz="3200"/>
          </a:p>
        </p:txBody>
      </p:sp>
      <p:pic>
        <p:nvPicPr>
          <p:cNvPr id="3" name="Image 0" descr="/home/claude/mi_k1/grafiken/primB_schrit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1371600"/>
            <a:ext cx="7498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es zusammen, Start bei A</a:t>
            </a:r>
            <a:endParaRPr lang="en-US" sz="3200"/>
          </a:p>
        </p:txBody>
      </p:sp>
      <p:pic>
        <p:nvPicPr>
          <p:cNvPr id="3" name="Image 0" descr="/home/claude/mi_k1/grafiken/primB_schrit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1371600"/>
            <a:ext cx="7498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es zusammen, Start bei A</a:t>
            </a:r>
            <a:endParaRPr lang="en-US" sz="3200"/>
          </a:p>
        </p:txBody>
      </p:sp>
      <p:pic>
        <p:nvPicPr>
          <p:cNvPr id="3" name="Image 0" descr="/home/claude/mi_k1/grafiken/primB_schrit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1371600"/>
            <a:ext cx="7498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es zusammen, Start bei A</a:t>
            </a:r>
            <a:endParaRPr lang="en-US" sz="3200"/>
          </a:p>
        </p:txBody>
      </p:sp>
      <p:pic>
        <p:nvPicPr>
          <p:cNvPr id="3" name="Image 0" descr="/home/claude/mi_k1/grafiken/primB_schrit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1371600"/>
            <a:ext cx="7498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17520" cy="603504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868680" y="777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2000"/>
          </a:p>
        </p:txBody>
      </p:sp>
      <p:sp>
        <p:nvSpPr>
          <p:cNvPr id="4" name="Text 2"/>
          <p:cNvSpPr txBox="1"/>
          <p:nvPr/>
        </p:nvSpPr>
        <p:spPr>
          <a:xfrm>
            <a:off x="868680" y="1188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868680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Sozialform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allein, Kontrolle zu zweit</a:t>
            </a:r>
            <a:endParaRPr lang="en-US" sz="1900"/>
          </a:p>
        </p:txBody>
      </p:sp>
      <p:sp>
        <p:nvSpPr>
          <p:cNvPr id="9" name="Text 7"/>
          <p:cNvSpPr txBox="1"/>
          <p:nvPr/>
        </p:nvSpPr>
        <p:spPr>
          <a:xfrm>
            <a:off x="86868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86868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3 B, Merkkarte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868680" y="5495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Arbeitsbuch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868680" y="57972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Aufgabe 119</a:t>
            </a:r>
            <a:endParaRPr lang="en-US" sz="1900"/>
          </a:p>
        </p:txBody>
      </p:sp>
      <p:sp>
        <p:nvSpPr>
          <p:cNvPr id="13" name="Text 11"/>
          <p:cNvSpPr txBox="1"/>
          <p:nvPr/>
        </p:nvSpPr>
        <p:spPr>
          <a:xfrm>
            <a:off x="3886200" y="685800"/>
            <a:ext cx="7708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du: dasselbe Netz, Start bei E</a:t>
            </a:r>
            <a:endParaRPr lang="en-US" sz="3000"/>
          </a:p>
        </p:txBody>
      </p:sp>
      <p:sp>
        <p:nvSpPr>
          <p:cNvPr id="14" name="Text 12"/>
          <p:cNvSpPr txBox="1"/>
          <p:nvPr/>
        </p:nvSpPr>
        <p:spPr>
          <a:xfrm>
            <a:off x="3886200" y="1691640"/>
            <a:ext cx="7708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die Merkkarte und arbeite Schritt für Schritt.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 jeden Schritt in die Tabelle ein.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Kreuze an: Kommt dasselbe Netz heraus?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Startpunkt ist egal. Das günstigste Netz bleibt gleich.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BF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Verfahren funktioniert immer. Solche klaren Schritte nennt man einen Algorithmus. Im Januar schreiben wir Algorithmen selbst, in Scratch.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17520" cy="603504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 txBox="1"/>
          <p:nvPr/>
        </p:nvSpPr>
        <p:spPr>
          <a:xfrm>
            <a:off x="868680" y="777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</a:t>
            </a:r>
            <a:endParaRPr lang="en-US" sz="2000"/>
          </a:p>
        </p:txBody>
      </p:sp>
      <p:sp>
        <p:nvSpPr>
          <p:cNvPr id="4" name="Text 2"/>
          <p:cNvSpPr txBox="1"/>
          <p:nvPr/>
        </p:nvSpPr>
        <p:spPr>
          <a:xfrm>
            <a:off x="868680" y="1188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400"/>
          </a:p>
        </p:txBody>
      </p:sp>
      <p:sp>
        <p:nvSpPr>
          <p:cNvPr id="6" name="Text 4"/>
          <p:cNvSpPr txBox="1"/>
          <p:nvPr/>
        </p:nvSpPr>
        <p:spPr>
          <a:xfrm>
            <a:off x="868680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Minuten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868680" y="3630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Sozialform</a:t>
            </a:r>
            <a:endParaRPr lang="en-US" sz="140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oder mit der Lehrperson</a:t>
            </a:r>
            <a:endParaRPr lang="en-US" sz="1900"/>
          </a:p>
        </p:txBody>
      </p:sp>
      <p:sp>
        <p:nvSpPr>
          <p:cNvPr id="9" name="Text 7"/>
          <p:cNvSpPr txBox="1"/>
          <p:nvPr/>
        </p:nvSpPr>
        <p:spPr>
          <a:xfrm>
            <a:off x="868680" y="4562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400"/>
          </a:p>
        </p:txBody>
      </p:sp>
      <p:sp>
        <p:nvSpPr>
          <p:cNvPr id="10" name="Text 8"/>
          <p:cNvSpPr txBox="1"/>
          <p:nvPr/>
        </p:nvSpPr>
        <p:spPr>
          <a:xfrm>
            <a:off x="868680" y="4864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3 B</a:t>
            </a:r>
            <a:endParaRPr lang="en-US" sz="1900"/>
          </a:p>
        </p:txBody>
      </p:sp>
      <p:sp>
        <p:nvSpPr>
          <p:cNvPr id="11" name="Text 9"/>
          <p:cNvSpPr txBox="1"/>
          <p:nvPr/>
        </p:nvSpPr>
        <p:spPr>
          <a:xfrm>
            <a:off x="868680" y="54955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Arbeitsbuch</a:t>
            </a:r>
            <a:endParaRPr lang="en-US" sz="1400"/>
          </a:p>
        </p:txBody>
      </p:sp>
      <p:sp>
        <p:nvSpPr>
          <p:cNvPr id="12" name="Text 10"/>
          <p:cNvSpPr txBox="1"/>
          <p:nvPr/>
        </p:nvSpPr>
        <p:spPr>
          <a:xfrm>
            <a:off x="868680" y="57972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Aufgabe 118</a:t>
            </a:r>
            <a:endParaRPr lang="en-US" sz="1900"/>
          </a:p>
        </p:txBody>
      </p:sp>
      <p:sp>
        <p:nvSpPr>
          <p:cNvPr id="13" name="Text 11"/>
          <p:cNvSpPr txBox="1"/>
          <p:nvPr/>
        </p:nvSpPr>
        <p:spPr>
          <a:xfrm>
            <a:off x="3886200" y="685800"/>
            <a:ext cx="7708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Grösseres Netz mit sechs Häusern</a:t>
            </a:r>
            <a:endParaRPr lang="en-US" sz="3000"/>
          </a:p>
        </p:txBody>
      </p:sp>
      <p:sp>
        <p:nvSpPr>
          <p:cNvPr id="14" name="Text 12"/>
          <p:cNvSpPr txBox="1"/>
          <p:nvPr/>
        </p:nvSpPr>
        <p:spPr>
          <a:xfrm>
            <a:off x="3886200" y="1691640"/>
            <a:ext cx="7708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 bei A und arbeite mit der Merkkarte.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 die Gesamtkosten aus.</a:t>
            </a:r>
            <a:endParaRPr lang="en-US" sz="200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Kontrolliere: 6 Häuser brauchen 5 Verbindungen.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haben wir heute gelernt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68680" y="17145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68680" y="1714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 txBox="1"/>
          <p:nvPr/>
        </p:nvSpPr>
        <p:spPr>
          <a:xfrm>
            <a:off x="1783080" y="150876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die Kosten eines Netzes ausrechnen.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868680" y="30403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 txBox="1"/>
          <p:nvPr/>
        </p:nvSpPr>
        <p:spPr>
          <a:xfrm>
            <a:off x="868680" y="3040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 txBox="1"/>
          <p:nvPr/>
        </p:nvSpPr>
        <p:spPr>
          <a:xfrm>
            <a:off x="1783080" y="283464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mit dem Verfahren von Prim das günstigste Netz einzeichnen.</a:t>
            </a:r>
            <a:endParaRPr lang="en-US" sz="190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868680" y="43662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 txBox="1"/>
          <p:nvPr/>
        </p:nvSpPr>
        <p:spPr>
          <a:xfrm>
            <a:off x="868680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 txBox="1"/>
          <p:nvPr/>
        </p:nvSpPr>
        <p:spPr>
          <a:xfrm>
            <a:off x="1783080" y="4160520"/>
            <a:ext cx="9628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weiss: Bei 5 Punkten braucht es 4 Verbindungen.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914400" y="2267712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Keine. Wer mag, zeichnet zu Hause ein eigenes Netz mit höchstens acht Häusern.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Nächstes Mal</a:t>
            </a:r>
            <a:endParaRPr lang="en-US" sz="1900"/>
          </a:p>
        </p:txBody>
      </p:sp>
      <p:sp>
        <p:nvSpPr>
          <p:cNvPr id="8" name="Text 6"/>
          <p:cNvSpPr txBox="1"/>
          <p:nvPr/>
        </p:nvSpPr>
        <p:spPr>
          <a:xfrm>
            <a:off x="914400" y="4370832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den Ferien: Was ist der Unterschied zwischen Internet und WWW?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6647348B379D4C8C69607D0161AF8A" ma:contentTypeVersion="3" ma:contentTypeDescription="Ein neues Dokument erstellen." ma:contentTypeScope="" ma:versionID="6a697bffcbd78b9fda0eba220daf1e9d">
  <xsd:schema xmlns:xsd="http://www.w3.org/2001/XMLSchema" xmlns:xs="http://www.w3.org/2001/XMLSchema" xmlns:p="http://schemas.microsoft.com/office/2006/metadata/properties" xmlns:ns2="bf2f3489-6e2b-4b6a-b220-b450f76d35fe" targetNamespace="http://schemas.microsoft.com/office/2006/metadata/properties" ma:root="true" ma:fieldsID="cc1d1b7c1632f7bb78749768a1a3d501" ns2:_="">
    <xsd:import namespace="bf2f3489-6e2b-4b6a-b220-b450f76d3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f3489-6e2b-4b6a-b220-b450f76d3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BB7C6F-D8BB-48C8-B4EA-25C2DBBF1E98}">
  <ds:schemaRefs>
    <ds:schemaRef ds:uri="bf2f3489-6e2b-4b6a-b220-b450f76d35f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EEB12D2-04D7-4B5E-A04E-E9F3FF54377A}">
  <ds:schemaRefs>
    <ds:schemaRef ds:uri="bf2f3489-6e2b-4b6a-b220-b450f76d35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D50B4A2-066A-4FD0-BD98-45B066CBE4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Medien und Informatik, 1. Sek</dc:creator>
  <cp:revision>1</cp:revision>
  <dcterms:created xsi:type="dcterms:W3CDTF">2026-09-14T12:19:38Z</dcterms:created>
  <dcterms:modified xsi:type="dcterms:W3CDTF">2026-09-29T09:40:23Z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0x010100F76647348B379D4C8C69607D0161AF8A</vt:lpwstr>
  </property>
</Properties>
</file>