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68" r:id="rId8"/>
    <p:sldId id="259" r:id="rId9"/>
    <p:sldId id="260" r:id="rId10"/>
    <p:sldId id="261" r:id="rId11"/>
    <p:sldId id="269" r:id="rId12"/>
    <p:sldId id="270" r:id="rId13"/>
    <p:sldId id="262" r:id="rId14"/>
    <p:sldId id="263" r:id="rId15"/>
    <p:sldId id="264" r:id="rId16"/>
    <p:sldId id="272" r:id="rId17"/>
    <p:sldId id="271" r:id="rId18"/>
    <p:sldId id="265" r:id="rId19"/>
    <p:sldId id="266" r:id="rId20"/>
    <p:sldId id="26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345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184" y="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57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Ankommen und Begrüssung (ca. 3 Min). Kurz an letzte Woche anknüpfen: Wir haben uns kennengelernt. Heute startet Kapitel 1 «Eine Entdeckungsreise durch das Internet». Hinweis: Arbeitsbuch connected 3 bereitlegen.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 kurz zeigen (ca. 1 Min), damit die Klasse den Ablauf kennt. Zeitangaben sind Richtwerte.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Lernziele kurz vorlesen lassen (ca. 1 Min). Am Ende der Lektion nochmals darauf zurückkommen. Bezug Lehrplan 21: MI.1.1.f (Chancen und Risiken der Durchdringung des Alltags) sowie MI.2.3 (Aufbau und Funktionsweise informationsverarbeitender Systeme).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Aufgabe 101 (ca. 10 Min). Meinungslinie quer durch das Zimmer. Erst Position einnehmen lassen, dann 4 bis 6 Lernende begründen lassen, dabei bewusst beide Enden der Linie ansprechen. Kontroverse Diskussion ist erwünscht und darf Raum bekommen (vgl. Handbuch connected 3, Aufgabe 101). Wichtig: keine Bewertung richtig/falsch, es geht um Argumente.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Sicherung der Meinungslinie (ca. 3 Min). Erst die Argumente der Klasse sammeln, dann diese Folie als Ergänzung zeigen. Argumente stammen aus dem Handbuch connected 3 zu Aufgabe 101. Überleitung: «Ihr nutzt das Internet täglich, aber wie kommt eine Nachricht eigentlich ans Ziel?»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6 Min. Erklärvideo zum Aufbau des Internets über Beamer zeigen (Erklärvideo der connected-Webplattform oder ein gleichwertiges Video vorgängig prüfen). Das Video erleichtert den Einstieg in die anspruchsvolle Infrastruktur-Thematik (vgl. Handbuch, Aufgabe 102). Danach 2 Min Austausch zu zweit.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vorgängig auf dieser Folie einbetten oder verlinken. Vor dem Abspielen die drei Begriffe ankündigen, damit die SuS gezielt zuhören.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4 Min. Begriffe gemeinsam klären, dabei die Notizen der Klasse aufgreifen. Definitionen gemäss Handbuch connected 3 (Aufgabe 102). Aufgabe 103: Die Lernenden vergleichen ihre Antworten mit dem Glossar auf der Webplattform und notieren dort eine eigene Erklärung plus ein Stichwort zum Kontext.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10 Min Partnerarbeit (Aufgabe 104). Herumgehen und unterstützen. Hilfsfragen für schwächere Paare: Womit verbindet sich das Handy zuerst? Wer bringt die Daten aus dem Hotel hinaus? Wo liegt die Nachricht zwischendurch? Schnelle Paare: Was passiert, wenn ein Router unterwegs ausfällt?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4 Min Besprechung. Zuerst zwei Paare ihre Lösung erklären lassen, erst danach diese Folie einblenden. Musterlösung gemäss Handbuch, Aufgabe 104: Die Daten gehen vom Smartphone ins Netz des Providers, über verschiedene Router und Kabel zum Server der Chat-App und von dort zurück zu Aylin. Der Rückweg muss nicht derselbe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76256-C0E6-9E40-1F6E-0FCCDCEC8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6153B-4EE9-D703-FB59-E021CB1DE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42D71-F288-DF21-3F06-74D38CC3A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Kernaufgabe der Lektion (Handbuch, Aufgabe 104). Beobachtungsbogen nutzen: Wer verwendet alle drei Begriffe korrekt?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0B10D-5D96-7213-8535-A8C28F2E4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56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4 Min. Aufgabe 103: Eigene Erklärung und ein Kontext-Stichwort im Glossar festhalten. Falls die Zeit knapp wird, als Hausaufgabe auf nächste Woche mitgeben. Kurzer Rückbezug auf die drei Lernziele von Folie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2 Min Ausblick. Hinweis: Prüfen, ob die Microsoft-Accounts bis dann tatsächlich bereit sind, sonst diese Folie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Verabschiedung, offene Fragen klären, Material einsammeln.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e9FJPnFQWi8?feature=oembed" TargetMode="Externa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rgbClr val="2A306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046720" y="3657600"/>
            <a:ext cx="2194560" cy="2194560"/>
          </a:xfrm>
          <a:prstGeom prst="ellipse">
            <a:avLst/>
          </a:prstGeom>
          <a:solidFill>
            <a:srgbClr val="2A306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621792" y="502920"/>
            <a:ext cx="822960" cy="82296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725119"/>
            <a:ext cx="378562" cy="378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Ferien ohne Internet?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Sekundarklasse  ·  Lektion 2  ·  Kapitel 1A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Dienstag, 25. August 2026  ·  11:05–11:50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Ablauf der heutigen Lektion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1382573"/>
            <a:ext cx="252374" cy="2523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2070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Ankommen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80160" y="149047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Rückblick auf letzte Woche, Start ins Kapitel 1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635240" y="1325880"/>
            <a:ext cx="868680" cy="347472"/>
          </a:xfrm>
          <a:prstGeom prst="roundRect">
            <a:avLst>
              <a:gd name="adj" fmla="val 47368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8" name="Text 5"/>
          <p:cNvSpPr/>
          <p:nvPr/>
        </p:nvSpPr>
        <p:spPr>
          <a:xfrm>
            <a:off x="7635240" y="1325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3" y="2050085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18745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Meinungslinie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80160" y="21579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Braucht es in den Ferien Internet? Wir beziehen Position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635240" y="1993392"/>
            <a:ext cx="868680" cy="347472"/>
          </a:xfrm>
          <a:prstGeom prst="roundRect">
            <a:avLst>
              <a:gd name="adj" fmla="val 47368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4" name="Text 10"/>
          <p:cNvSpPr/>
          <p:nvPr/>
        </p:nvSpPr>
        <p:spPr>
          <a:xfrm>
            <a:off x="7635240" y="199339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2569464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3" y="2717597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5420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funktioniert das Internet?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280160" y="282549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und drei wichtige Begriffe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635240" y="2660904"/>
            <a:ext cx="868680" cy="347472"/>
          </a:xfrm>
          <a:prstGeom prst="roundRect">
            <a:avLst>
              <a:gd name="adj" fmla="val 47368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0" name="Text 15"/>
          <p:cNvSpPr/>
          <p:nvPr/>
        </p:nvSpPr>
        <p:spPr>
          <a:xfrm>
            <a:off x="7635240" y="266090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236976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3" y="3385109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20954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Weg einer Nachricht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280160" y="349300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Partnerarbeit: Wie kommt die Nachricht von Lisa zu Aylin?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635240" y="3328416"/>
            <a:ext cx="868680" cy="347472"/>
          </a:xfrm>
          <a:prstGeom prst="roundRect">
            <a:avLst>
              <a:gd name="adj" fmla="val 47368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6" name="Text 20"/>
          <p:cNvSpPr/>
          <p:nvPr/>
        </p:nvSpPr>
        <p:spPr>
          <a:xfrm>
            <a:off x="7635240" y="33284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3904488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3" y="4052621"/>
            <a:ext cx="252374" cy="25237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80160" y="387705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 und Ausblick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1280160" y="41605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Begriffe ins Glossar, Blick auf nächste Woche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7635240" y="3995928"/>
            <a:ext cx="868680" cy="347472"/>
          </a:xfrm>
          <a:prstGeom prst="roundRect">
            <a:avLst>
              <a:gd name="adj" fmla="val 47368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2" name="Text 25"/>
          <p:cNvSpPr/>
          <p:nvPr/>
        </p:nvSpPr>
        <p:spPr>
          <a:xfrm>
            <a:off x="7635240" y="39959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  ·  1. Sekundarklasse  ·  Lektion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kannst du am Ende der Lektion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drei Ziele nehmen wir uns heute vor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beziehen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kannst begründen, ob du in den Ferien Internet brauchst, und Argumente von anderen anhören.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3520440" y="1627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20440" y="2057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Begriffe erklären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4231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kannst mit eigenen Worten erklären, was Router, Provider und Server machen.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514600" cy="2331720"/>
          </a:xfrm>
          <a:prstGeom prst="roundRect">
            <a:avLst>
              <a:gd name="adj" fmla="val 3922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6263640" y="1627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63640" y="2057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 beschreiben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24231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kannst beschreiben, welchen Weg eine Chat-Nachricht durch das Internet nimmt.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Lehrplan 21:  MI.1.1.f  ·  MI.2.3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  ·  1. Sekundarklasse  ·  Lektion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Euer Lehrmittel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heute arbeitet ihr mit «connected»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1417320" y="1874520"/>
            <a:ext cx="914400" cy="91440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2002536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71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 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310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11880" y="1508760"/>
            <a:ext cx="310896" cy="310896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7"/>
          <p:cNvSpPr/>
          <p:nvPr/>
        </p:nvSpPr>
        <p:spPr>
          <a:xfrm>
            <a:off x="361188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069080" y="149047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deinen Namen vorne ins Buch.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11880" y="2148840"/>
            <a:ext cx="310896" cy="310896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10"/>
          <p:cNvSpPr/>
          <p:nvPr/>
        </p:nvSpPr>
        <p:spPr>
          <a:xfrm>
            <a:off x="361188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69080" y="213055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das Buch jede Woche in den M&amp;I-Unterricht mit.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11880" y="2788920"/>
            <a:ext cx="310896" cy="310896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6" name="Text 13"/>
          <p:cNvSpPr/>
          <p:nvPr/>
        </p:nvSpPr>
        <p:spPr>
          <a:xfrm>
            <a:off x="361188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069080" y="27706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Behandle es sorgfältig, du brauchst es das ganze Jahr.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11880" y="3429000"/>
            <a:ext cx="310896" cy="310896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9" name="Text 16"/>
          <p:cNvSpPr/>
          <p:nvPr/>
        </p:nvSpPr>
        <p:spPr>
          <a:xfrm>
            <a:off x="361188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069080" y="34107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Schlag heute Kapitel 1 auf: «Eine Entdeckungsreise durch das Internet».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  ·  1. Sekundarklasse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rgbClr val="2A306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046720" y="3657600"/>
            <a:ext cx="2194560" cy="2194560"/>
          </a:xfrm>
          <a:prstGeom prst="ellipse">
            <a:avLst/>
          </a:prstGeom>
          <a:solidFill>
            <a:srgbClr val="2A306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Ferien ohne Internet: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Albtraum oder Erholung?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92608" cy="292608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459736"/>
            <a:ext cx="128016" cy="1280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3317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 dich auf die Linie im Klassenzimmer: links «geht gar nicht», rechts «kein Problem».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292608" cy="292608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008376"/>
            <a:ext cx="128016" cy="1280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8803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Überlege dir einen Grund für deinen Standort.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474720"/>
            <a:ext cx="292608" cy="292608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557016"/>
            <a:ext cx="128016" cy="1280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4290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hören einige Begründungen an. Du darfst deinen Platz danach wechseln.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Eure Argumente im Überblick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Seiten haben gute Gründe, es gibt kein Richtig oder Falsch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794760" cy="2606040"/>
          </a:xfrm>
          <a:prstGeom prst="roundRect">
            <a:avLst>
              <a:gd name="adj" fmla="val 3509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81508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Internet ist es besser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besser abschalten und bin ganz vor Ort.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verbringe mehr Zeit mit der Familie.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stehe nicht unter Druck, ständig etwas zu posten.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lerne eher neue Leute am Ferienort kennen.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00600" y="1463040"/>
            <a:ext cx="3794760" cy="2606040"/>
          </a:xfrm>
          <a:prstGeom prst="roundRect">
            <a:avLst>
              <a:gd name="adj" fmla="val 3509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Shape 7"/>
          <p:cNvSpPr/>
          <p:nvPr/>
        </p:nvSpPr>
        <p:spPr>
          <a:xfrm>
            <a:off x="5029200" y="169164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644" y="181508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gehört dazu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120640" y="22860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bleibe mit Kolleginnen und Kollegen in Kontakt.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Musik, Videos und Spiele funktionieren nur online.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Karten, Fahrpläne und Öffnungszeiten finde ich sofort.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Wichtige Nachrichten von zu Hause kommen an.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  ·  1. Sekundarklasse  ·  Lektion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funktioniert das Internet?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schauen ein Erklärvideo, ihr notiert dabei drei Begriffe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846320" cy="2377440"/>
          </a:xfrm>
          <a:prstGeom prst="roundRect">
            <a:avLst>
              <a:gd name="adj" fmla="val 3846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193121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 während des Videos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0120" y="246888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Schlage im Arbeitsbuch die Aufgabe 102 auf.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Notiere in Stichworten, was Router, Provider und Server machen.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Notiere ein Wort, das du nicht verstanden hast.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146304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Shape 7"/>
          <p:cNvSpPr/>
          <p:nvPr/>
        </p:nvSpPr>
        <p:spPr>
          <a:xfrm>
            <a:off x="5989320" y="17830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453" y="193121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8932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989320" y="2788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 deine Notizen kurz mit deinem Banknachbarn oder deiner Banknachbarin.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  ·  1. Sekundarklasse  ·  Lektion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funktioniert das Internet?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hier einfügen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80760" y="1104391"/>
            <a:ext cx="2606040" cy="3042411"/>
          </a:xfrm>
          <a:prstGeom prst="roundRect">
            <a:avLst>
              <a:gd name="adj" fmla="val 3509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" name="Text 6"/>
          <p:cNvSpPr/>
          <p:nvPr/>
        </p:nvSpPr>
        <p:spPr>
          <a:xfrm>
            <a:off x="630936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 beim Schauen auf: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1600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09360" y="3108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drei Begriffe brauchst du gleich für die Aufgabe 102.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  ·  1. Sekundarklasse</a:t>
            </a:r>
            <a:endParaRPr lang="en-US" sz="900" dirty="0"/>
          </a:p>
        </p:txBody>
      </p:sp>
      <p:pic>
        <p:nvPicPr>
          <p:cNvPr id="13" name="Onlinemedien 12" descr="Frag Fred: Wie funktioniert das Internet? | Kindervideos | SRF Kids">
            <a:hlinkClick r:id="" action="ppaction://media"/>
            <a:extLst>
              <a:ext uri="{FF2B5EF4-FFF2-40B4-BE49-F238E27FC236}">
                <a16:creationId xmlns:a16="http://schemas.microsoft.com/office/drawing/2014/main" id="{5EE3ADAB-9A7E-E341-7F0D-CE541E12A48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57200" y="1104392"/>
            <a:ext cx="5384800" cy="30424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</a:t>
            </a: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Die drei Bausteine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33856" cy="274320"/>
          </a:xfrm>
          <a:prstGeom prst="roundRect">
            <a:avLst>
              <a:gd name="adj" fmla="val 46667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Einzelarbeit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28216" y="868680"/>
            <a:ext cx="900684" cy="274320"/>
          </a:xfrm>
          <a:prstGeom prst="roundRect">
            <a:avLst>
              <a:gd name="adj" fmla="val 46667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1728216" y="868680"/>
            <a:ext cx="90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2331720"/>
          </a:xfrm>
          <a:prstGeom prst="roundRect">
            <a:avLst>
              <a:gd name="adj" fmla="val 4255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777240" y="1645920"/>
            <a:ext cx="310896" cy="310896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6276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4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Lehrmittel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suche Aufgabe 102.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212848"/>
            <a:ext cx="310896" cy="310896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777240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19456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in eigenen Worten auf: Was macht ein Router? Was macht ein Provider? Was macht ein Server?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2907792"/>
            <a:ext cx="310896" cy="310896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77724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88950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zu jedem Begriff mindestens einen ganzen Satz.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Tipp: Denk an das Video. Du musst nicht die perfekte Definition treffen, deine eigene Erklärung zählt.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  ·  1. Sekundarklasse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Bausteine des Internets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drei Begriffe brauchst du im ganzen Kapitel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17940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leiten Daten weiter, von einem Netzwerk ins nächste. Sie sind die Kreuzungen im Internet.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41732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Shape 7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573" y="179405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20440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sind Firmen, die dir den Zugang zum Internet verkaufen, zum Beispiel Swisscom oder Sunrise.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Shape 11"/>
          <p:cNvSpPr/>
          <p:nvPr/>
        </p:nvSpPr>
        <p:spPr>
          <a:xfrm>
            <a:off x="6263640" y="164592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3" y="179405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63640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sind Computer mit einer festen Aufgabe. Sie sind rund um die Uhr online und liefern zum Beispiel Webseiten.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3977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Merke: «to provide» heisst liefern, «to serve» heisst dienen.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  ·  1. Sekundarklasse  ·  Lektion 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rgbClr val="2A306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046720" y="3657600"/>
            <a:ext cx="2194560" cy="2194560"/>
          </a:xfrm>
          <a:prstGeom prst="ellipse">
            <a:avLst/>
          </a:prstGeom>
          <a:solidFill>
            <a:srgbClr val="2A306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60533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143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Der Weg einer Nachricht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Partnerarbeit  ·  Arbeitsbuch Aufgabe 104  ·  10 Minuten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2677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2240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schreibt aus den Ferien eine Nachricht an Aylin in der Schweiz.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27706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743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Zeichnet zu zweit ein, welchen Weg die Nachricht nimmt.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" y="32735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Verwendet dabei die Begriffe Router, Provider und Server.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0080" y="37764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Haltet fest: Nimmt die Antwort denselben Weg zurück?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reist die Nachricht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Smartphone über Provider, Router und Kabel zum Server und zurück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1207008" y="1627632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452" y="175107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148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395728" y="2029968"/>
            <a:ext cx="256032" cy="237744"/>
          </a:xfrm>
          <a:prstGeom prst="rightArrow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" name="Shape 6"/>
          <p:cNvSpPr/>
          <p:nvPr/>
        </p:nvSpPr>
        <p:spPr>
          <a:xfrm>
            <a:off x="2697480" y="14630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Shape 7"/>
          <p:cNvSpPr/>
          <p:nvPr/>
        </p:nvSpPr>
        <p:spPr>
          <a:xfrm>
            <a:off x="3355848" y="1627632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292" y="175107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148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 des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44568" y="2029968"/>
            <a:ext cx="256032" cy="237744"/>
          </a:xfrm>
          <a:prstGeom prst="rightArrow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4" name="Shape 10"/>
          <p:cNvSpPr/>
          <p:nvPr/>
        </p:nvSpPr>
        <p:spPr>
          <a:xfrm>
            <a:off x="4846320" y="14630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Shape 11"/>
          <p:cNvSpPr/>
          <p:nvPr/>
        </p:nvSpPr>
        <p:spPr>
          <a:xfrm>
            <a:off x="5504688" y="1627632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132" y="1751076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148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Router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Kabel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693408" y="2029968"/>
            <a:ext cx="256032" cy="237744"/>
          </a:xfrm>
          <a:prstGeom prst="rightArrow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9" name="Shape 14"/>
          <p:cNvSpPr/>
          <p:nvPr/>
        </p:nvSpPr>
        <p:spPr>
          <a:xfrm>
            <a:off x="6995160" y="14630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0" name="Shape 15"/>
          <p:cNvSpPr/>
          <p:nvPr/>
        </p:nvSpPr>
        <p:spPr>
          <a:xfrm>
            <a:off x="7653528" y="1627632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6972" y="1751076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148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Chat-App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3017520"/>
            <a:ext cx="8001000" cy="566928"/>
          </a:xfrm>
          <a:prstGeom prst="roundRect">
            <a:avLst>
              <a:gd name="adj" fmla="val 1612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4" name="Shape 18"/>
          <p:cNvSpPr/>
          <p:nvPr/>
        </p:nvSpPr>
        <p:spPr>
          <a:xfrm>
            <a:off x="777240" y="3182112"/>
            <a:ext cx="274320" cy="237744"/>
          </a:xfrm>
          <a:prstGeom prst="leftArrow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5" name="Text 19"/>
          <p:cNvSpPr/>
          <p:nvPr/>
        </p:nvSpPr>
        <p:spPr>
          <a:xfrm>
            <a:off x="1234440" y="30632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Rückweg: vom Server über Router und Kabel und das Netz des Providers zu Aylins Smartphone.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374904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Der Rückweg muss nicht derselbe sein wie der Hinweg. Das Internet sucht sich jedes Mal einen freien Weg.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  ·  1. Sekundarklasse  ·  Lektion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Schon fertig?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Zusatzaufgabe für Schnelle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197693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373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passiert wohl, wenn irgendwo auf der Welt ein Unterseekabel beschädigt wird?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83080" y="24688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Bricht dann das ganze Internet zusammen? Schreibe deine Vermutung auf und begründe sie in zwei Sätzen.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gibt hier keine falsche Antwort. Wichtig ist deine Begründung.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  ·  1. Sekundarklasse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56314-77AB-4379-95F9-E719B0F45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0E0FE6-A048-5611-D2F5-861824294776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 2: Der Weg der </a:t>
            </a:r>
            <a:r>
              <a:rPr lang="en-US" sz="2800" b="1" dirty="0" err="1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Nachricht</a:t>
            </a: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(Aufgabe 104)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F9F3539-FD29-A96F-3493-9B1090F2ED9F}"/>
              </a:ext>
            </a:extLst>
          </p:cNvPr>
          <p:cNvSpPr/>
          <p:nvPr/>
        </p:nvSpPr>
        <p:spPr>
          <a:xfrm>
            <a:off x="457200" y="868680"/>
            <a:ext cx="1211580" cy="274320"/>
          </a:xfrm>
          <a:prstGeom prst="roundRect">
            <a:avLst>
              <a:gd name="adj" fmla="val 46667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01DBE1-A4D3-4E4C-90D4-220338593DF3}"/>
              </a:ext>
            </a:extLst>
          </p:cNvPr>
          <p:cNvSpPr/>
          <p:nvPr/>
        </p:nvSpPr>
        <p:spPr>
          <a:xfrm>
            <a:off x="457200" y="868680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Partnerarbeit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69DAAAC-D66E-B731-5457-45006FFFA463}"/>
              </a:ext>
            </a:extLst>
          </p:cNvPr>
          <p:cNvSpPr/>
          <p:nvPr/>
        </p:nvSpPr>
        <p:spPr>
          <a:xfrm>
            <a:off x="1805940" y="868680"/>
            <a:ext cx="978408" cy="274320"/>
          </a:xfrm>
          <a:prstGeom prst="roundRect">
            <a:avLst>
              <a:gd name="adj" fmla="val 46667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A3D6C4-CECD-F6AE-D11D-C6B52485FB5E}"/>
              </a:ext>
            </a:extLst>
          </p:cNvPr>
          <p:cNvSpPr/>
          <p:nvPr/>
        </p:nvSpPr>
        <p:spPr>
          <a:xfrm>
            <a:off x="1805940" y="86868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Minuten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7116F0C-921E-E23A-D331-5D0E2DEAB592}"/>
              </a:ext>
            </a:extLst>
          </p:cNvPr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  ·  1. Sekundarklasse</a:t>
            </a:r>
            <a:endParaRPr lang="en-US" sz="900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A4C10E5A-4FC4-B76C-3EB6-3739FFD94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581" y="1405980"/>
            <a:ext cx="5973731" cy="319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74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heute mit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Trage die drei Begriffe in dein Glossar ein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156545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1719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leitet Daten weiter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3" y="234269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2496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liefert den Zugang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3" y="311993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3273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dient und liefert Inhalte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937760" y="1417320"/>
            <a:ext cx="3657600" cy="2240280"/>
          </a:xfrm>
          <a:prstGeom prst="roundRect">
            <a:avLst>
              <a:gd name="adj" fmla="val 4082"/>
            </a:avLst>
          </a:prstGeom>
          <a:solidFill>
            <a:srgbClr val="F4F5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7" name="Shape 12"/>
          <p:cNvSpPr/>
          <p:nvPr/>
        </p:nvSpPr>
        <p:spPr>
          <a:xfrm>
            <a:off x="5212080" y="164592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5524" y="1769364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0644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 zum Schluss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5303520" y="2286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zu jedem Begriff eine eigene Erklärung ins Glossar.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Notiere dazu ein Stichwort, wo du den Begriff gebraucht hast.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und Informatik  ·  1. Sekundarklasse  ·  Lektion 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rgbClr val="2A306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046720" y="3657600"/>
            <a:ext cx="2194560" cy="2194560"/>
          </a:xfrm>
          <a:prstGeom prst="ellipse">
            <a:avLst/>
          </a:prstGeom>
          <a:solidFill>
            <a:srgbClr val="2A306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640080" y="685800"/>
            <a:ext cx="640080" cy="64008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2" y="858622"/>
            <a:ext cx="294437" cy="2944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Nächste Woche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292608" cy="292608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322576"/>
            <a:ext cx="128016" cy="1280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945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erhaltet euren eigenen Microsoft-Account.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2788920"/>
            <a:ext cx="292608" cy="292608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871216"/>
            <a:ext cx="128016" cy="1280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7432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loggen uns gemeinsam in Microsoft Teams ein.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3337560"/>
            <a:ext cx="292608" cy="292608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419856"/>
            <a:ext cx="128016" cy="1280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2918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schauen uns Kanäle und Chat an.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dein Arbeitsbuch wieder mit.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rgbClr val="2A306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046720" y="3657600"/>
            <a:ext cx="2194560" cy="2194560"/>
          </a:xfrm>
          <a:prstGeom prst="ellipse">
            <a:avLst/>
          </a:prstGeom>
          <a:solidFill>
            <a:srgbClr val="2A306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2" y="1544422"/>
            <a:ext cx="294437" cy="2944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40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 für heute!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nächste Woche, Dienstag 11:05 Uhr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76647348B379D4C8C69607D0161AF8A" ma:contentTypeVersion="3" ma:contentTypeDescription="Ein neues Dokument erstellen." ma:contentTypeScope="" ma:versionID="6a697bffcbd78b9fda0eba220daf1e9d">
  <xsd:schema xmlns:xsd="http://www.w3.org/2001/XMLSchema" xmlns:xs="http://www.w3.org/2001/XMLSchema" xmlns:p="http://schemas.microsoft.com/office/2006/metadata/properties" xmlns:ns2="bf2f3489-6e2b-4b6a-b220-b450f76d35fe" targetNamespace="http://schemas.microsoft.com/office/2006/metadata/properties" ma:root="true" ma:fieldsID="cc1d1b7c1632f7bb78749768a1a3d501" ns2:_="">
    <xsd:import namespace="bf2f3489-6e2b-4b6a-b220-b450f76d35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f3489-6e2b-4b6a-b220-b450f76d35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AB2BE5-307B-4C0D-A5DE-B9D636DC34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B54BAB-FDAD-4ADE-A484-8F958F2C34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2f3489-6e2b-4b6a-b220-b450f76d35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D2E909C-DD74-4591-A53B-182BE35EB72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1584</Words>
  <Application>Microsoft Macintosh PowerPoint</Application>
  <PresentationFormat>Bildschirmpräsentation (16:9)</PresentationFormat>
  <Paragraphs>185</Paragraphs>
  <Slides>17</Slides>
  <Notes>17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M&amp;I Lektion 2 – Ferien ohne Internet</dc:title>
  <dc:subject>PptxGenJS Presentation</dc:subject>
  <dc:creator>Medien und Informatik</dc:creator>
  <cp:lastModifiedBy>Schmid Jan PH Luzern Student/in</cp:lastModifiedBy>
  <cp:revision>2</cp:revision>
  <dcterms:created xsi:type="dcterms:W3CDTF">2026-08-12T11:46:48Z</dcterms:created>
  <dcterms:modified xsi:type="dcterms:W3CDTF">2026-09-18T13:18:09Z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0x010100F76647348B379D4C8C69607D0161AF8A</vt:lpwstr>
  </property>
</Properties>
</file>